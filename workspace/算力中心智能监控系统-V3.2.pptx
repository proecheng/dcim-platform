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算力中心智能监控系统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474720" y="2834640"/>
            <a:ext cx="219456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Computing Center Monitoring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V3.2 技术方案汇报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系统核心功能模块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86868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动力监控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UPS/配电/电池/发电机/ATS/列头柜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93192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73152" cy="86868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环境监控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温湿度/空调/漏水/新风/消防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08960"/>
            <a:ext cx="73152" cy="86868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安防监控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门禁/视频/消防/防盗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393192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14800"/>
            <a:ext cx="73152" cy="86868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资产管理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全生命周期管理/盘点/追溯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3931920" cy="8686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1097280"/>
            <a:ext cx="73152" cy="86868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容量管理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348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空间/电力/制冷/承重/网络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103120"/>
            <a:ext cx="3931920" cy="8686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2103120"/>
            <a:ext cx="73152" cy="86868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能效管理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8348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PUE/能耗分项/碳排放/节能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108960"/>
            <a:ext cx="3931920" cy="8686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108960"/>
            <a:ext cx="73152" cy="86868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运维管理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8348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工单/巡检/维保/变更/值班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4114800"/>
            <a:ext cx="3931920" cy="8686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4114800"/>
            <a:ext cx="73152" cy="868680"/>
          </a:xfrm>
          <a:prstGeom prst="rect">
            <a:avLst/>
          </a:prstGeom>
          <a:solidFill>
            <a:srgbClr val="FAAD14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A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8348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用电管理 + 数字孪生3D可视化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深色主题配色方案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设计理念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采用深蓝科技风配色，营造专业监控中心氛围。强制覆盖Element Plus默认浅色变量，确保全局深色一致性。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核心改进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强制 color-scheme: dark 暗色模式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提高文字亮度确保可读性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组件级 !important 覆盖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ECharts深色主题配置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243858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188720"/>
            <a:ext cx="73152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188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主背景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11887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#0a1628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828800"/>
            <a:ext cx="731520" cy="411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1828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三级背景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1828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#112240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2468880"/>
            <a:ext cx="731520" cy="4114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897880" y="2468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卡片背景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0" y="24688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#1a2a4a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3108960"/>
            <a:ext cx="73152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5897880" y="3108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31089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#00d4ff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3749040"/>
            <a:ext cx="731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897880" y="3749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主要文字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3749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#ffffff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数字孪生大屏系统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功能特性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6858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真实数据对接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对接实时数据API，环境/能源/告警/设备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931920" cy="6858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3D可视化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Three.js实现，热力图/设备状态/告警气泡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31920" cy="6858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场景模式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支持自动巡航、手动导航、逐级下探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3931920" cy="6858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便捷导航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侧边栏入口 + 仪表盘快捷操作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数据流架构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3931920" cy="1463040"/>
          </a:xfrm>
          <a:prstGeom prst="rect">
            <a:avLst/>
          </a:prstGeom>
          <a:solidFill>
            <a:srgbClr val="3DA5FF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API数据源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/api/v1/realtime/summary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039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/api/v1/realtime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29514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/api/v1/alarms/active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5511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/api/v1/realtime/energy-dashboard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3931920" cy="1188720"/>
          </a:xfrm>
          <a:prstGeom prst="rect">
            <a:avLst/>
          </a:prstGeom>
          <a:solidFill>
            <a:srgbClr val="3DA5FF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场景层级导航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园区外观 → 建筑楼层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机房内部 → 机柜U位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840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设备详情 → 实时数据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模拟数据系统 - 大楼布局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三层算力中心大楼结构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011680" cy="146304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201168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地下制冷机房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冷水机组 x2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冷却塔 x2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414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水泵 x4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371600"/>
            <a:ext cx="2011680" cy="146304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6040" y="1371600"/>
            <a:ext cx="201168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机房区A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机柜 20台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2121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 x2 / 空调 x4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2414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配电柜 / PDU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2011680" cy="146304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371600"/>
            <a:ext cx="201168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 机房区B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机柜 15台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121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 x2 / 空调 x4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414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配电柜 / PDU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1371600"/>
            <a:ext cx="2011680" cy="146304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903720" y="1371600"/>
            <a:ext cx="201168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 办公监控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机柜 8台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2121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 x1 / 空调 x2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2414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监控中心 / 办公区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108960"/>
            <a:ext cx="2011680" cy="1097280"/>
          </a:xfrm>
          <a:prstGeom prst="rect">
            <a:avLst/>
          </a:prstGeom>
          <a:solidFill>
            <a:srgbClr val="243858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45720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总监控点位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06040" y="3108960"/>
            <a:ext cx="2011680" cy="1097280"/>
          </a:xfrm>
          <a:prstGeom prst="rect">
            <a:avLst/>
          </a:prstGeom>
          <a:solidFill>
            <a:srgbClr val="243858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604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260604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AI模拟量输入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108960"/>
            <a:ext cx="2011680" cy="1097280"/>
          </a:xfrm>
          <a:prstGeom prst="rect">
            <a:avLst/>
          </a:prstGeom>
          <a:solidFill>
            <a:srgbClr val="243858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475488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DI开关量输入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03720" y="3108960"/>
            <a:ext cx="2011680" cy="1097280"/>
          </a:xfrm>
          <a:prstGeom prst="rect">
            <a:avLst/>
          </a:prstGeom>
          <a:solidFill>
            <a:srgbClr val="243858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03720" y="3246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690372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AO/DO输出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容量管理与运维管理模块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容量管理 (Phase 15)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128016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四维容量监控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空间容量 | 电力容量 | 制冷容量 | 承重容量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使用率 &gt;80% 警告，&gt;95% 严重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128016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容量规划功能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新设备上架可行性评估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自动检查资源可用性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返回feasible状态和issues列表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运维管理 (Phase 16)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工单管理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编号: WO-YYYYMMDD-XXX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类型: 故障/维护/变更/其他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377440"/>
            <a:ext cx="3566160" cy="411480"/>
          </a:xfrm>
          <a:prstGeom prst="rect">
            <a:avLst/>
          </a:prstGeom>
          <a:solidFill>
            <a:srgbClr val="2D5A14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→ assigned → processing → completed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3931920" cy="100584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巡检 + 知识库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巡检计划/任务自动生成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知识库分类管理/全文搜索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后端架构设计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分层架构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011680" cy="18288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54864" cy="18288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API网关层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FastAPI框架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993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认证中间件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2494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权限校验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5054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请求日志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7614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限流/异常/CORS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1325880"/>
            <a:ext cx="2011680" cy="18288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606040" y="1325880"/>
            <a:ext cx="54864" cy="18288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业务服务层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认证服务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1993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点位服务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22494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采集服务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25054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告警服务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27614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WebSocket推送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325880"/>
            <a:ext cx="2011680" cy="18288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325880"/>
            <a:ext cx="54864" cy="18288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数据访问层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UserRepo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1993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PointRepo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2494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AlarmRepo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5054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HistoryRepo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7614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ConfigRepo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1325880"/>
            <a:ext cx="2011680" cy="18288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6903720" y="1325880"/>
            <a:ext cx="54864" cy="18288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数据存储层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SQLite/MySQL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40880" y="1993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内存缓存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22494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文件存储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0" y="25054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报表/导出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383280"/>
            <a:ext cx="1600200" cy="822960"/>
          </a:xfrm>
          <a:prstGeom prst="rect">
            <a:avLst/>
          </a:prstGeom>
          <a:solidFill>
            <a:srgbClr val="243858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474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3840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TypeScript前端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194560" y="3383280"/>
            <a:ext cx="1600200" cy="822960"/>
          </a:xfrm>
          <a:prstGeom prst="rect">
            <a:avLst/>
          </a:prstGeom>
          <a:solidFill>
            <a:srgbClr val="243858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94560" y="3474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194560" y="3840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Python后端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31920" y="3383280"/>
            <a:ext cx="1600200" cy="822960"/>
          </a:xfrm>
          <a:prstGeom prst="rect">
            <a:avLst/>
          </a:prstGeom>
          <a:solidFill>
            <a:srgbClr val="243858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31920" y="3474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931920" y="3840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3D可视化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69280" y="3383280"/>
            <a:ext cx="1600200" cy="822960"/>
          </a:xfrm>
          <a:prstGeom prst="rect">
            <a:avLst/>
          </a:prstGeom>
          <a:solidFill>
            <a:srgbClr val="243858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0" y="3474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669280" y="3840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实时推送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06640" y="3383280"/>
            <a:ext cx="1600200" cy="822960"/>
          </a:xfrm>
          <a:prstGeom prst="rect">
            <a:avLst/>
          </a:prstGeom>
          <a:solidFill>
            <a:srgbClr val="243858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06640" y="3474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ECharts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406640" y="3840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图表组件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监控点位设计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点位类型定义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011680" cy="13716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模拟量输入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温度/电压/功率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325880"/>
            <a:ext cx="2011680" cy="13716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Input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开关量输入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门禁/报警状态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325880"/>
            <a:ext cx="2011680" cy="13716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Output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模拟量输出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设定温度/风速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325880"/>
            <a:ext cx="2011680" cy="13716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372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Output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372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开关量输出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设备启停控制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1280160"/>
          </a:xfrm>
          <a:prstGeom prst="rect">
            <a:avLst/>
          </a:prstGeom>
          <a:solidFill>
            <a:srgbClr val="1A2A4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A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点位编码规则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337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{区域代码}_{设备类型}_{点位类型}_{序号}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657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C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A1_TH_AI_001  → A1区-温湿度-模拟输入-001号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C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A1_UPS_DI_001 → A1区-UPS-开关输入-001号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468880"/>
            <a:ext cx="1828800" cy="54864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算力中心智能监控系统 V3.2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108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A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用电管理特色 + 数字孪生3D可视化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28800" y="3657600"/>
            <a:ext cx="1828800" cy="6400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3657600"/>
            <a:ext cx="1828800" cy="457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330个监控点位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3657600"/>
            <a:ext cx="1828800" cy="6400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3657600"/>
            <a:ext cx="1828800" cy="457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七大核心模块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3657600"/>
            <a:ext cx="1828800" cy="64008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0" y="3657600"/>
            <a:ext cx="1828800" cy="4572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深色科技主题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算力中心智能监控系统</dc:title>
  <dc:subject>V3.2 技术方案汇报</dc:subject>
  <dc:creator>Claude</dc:creator>
  <cp:lastModifiedBy>Claude</cp:lastModifiedBy>
  <cp:revision>1</cp:revision>
  <dcterms:created xsi:type="dcterms:W3CDTF">2026-01-22T14:44:38Z</dcterms:created>
  <dcterms:modified xsi:type="dcterms:W3CDTF">2026-01-22T14:44:38Z</dcterms:modified>
</cp:coreProperties>
</file>